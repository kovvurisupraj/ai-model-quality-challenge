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Rank Correlation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897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5%
(15q)</c:v>
                  </c:pt>
                  <c:pt idx="1">
                    <c:v>10%
(31q)</c:v>
                  </c:pt>
                  <c:pt idx="2">
                    <c:v>15%
(47q)</c:v>
                  </c:pt>
                  <c:pt idx="3">
                    <c:v>20%
(63q)</c:v>
                  </c:pt>
                  <c:pt idx="4">
                    <c:v>30%
(94q)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0.866</c:v>
                </c:pt>
                <c:pt idx="1">
                  <c:v>0.866</c:v>
                </c:pt>
                <c:pt idx="2">
                  <c:v>0.866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B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54864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CEREBRAS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Compression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 — Model Quality Assessment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reduced 415 benchmark questions to 93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preserving the exact model ranking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00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evalscope fork: github.com/kovvurisupraj/evalscope  |  commit: c14dbaf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benchmarks is expensive — most questions add no value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8595360" cy="658368"/>
          </a:xfrm>
          <a:prstGeom prst="rect">
            <a:avLst/>
          </a:prstGeom>
          <a:solidFill>
            <a:srgbClr val="1320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7556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-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7190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315 coding questions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97510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LiveCodeBench v5 — model writes code, sandbox checks if it passes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450592"/>
            <a:ext cx="8595360" cy="658368"/>
          </a:xfrm>
          <a:prstGeom prst="rect">
            <a:avLst/>
          </a:prstGeom>
          <a:solidFill>
            <a:srgbClr val="1320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603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-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25237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long-context questions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77977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AA-LCR — model reads long documents, LLM judge scores the answer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255264"/>
            <a:ext cx="8595360" cy="658368"/>
          </a:xfrm>
          <a:prstGeom prst="rect">
            <a:avLst/>
          </a:prstGeom>
          <a:solidFill>
            <a:srgbClr val="1320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3649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-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33284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costs money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358444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time is billed per token. Running all 415 questions is expensive.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059936"/>
            <a:ext cx="8595360" cy="658368"/>
          </a:xfrm>
          <a:prstGeom prst="rect">
            <a:avLst/>
          </a:prstGeom>
          <a:solidFill>
            <a:srgbClr val="13203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169664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-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05840" y="41330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38912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minimum questions needed to reliably rank models — skip the rest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started with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4320" y="13258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Matrix (315 × 3 for LCB)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737360"/>
          <a:ext cx="5029200" cy="2560320"/>
        </p:xfrm>
        <a:graphic>
          <a:graphicData uri="http://schemas.openxmlformats.org/drawingml/2006/table">
            <a:tbl>
              <a:tblPr/>
              <a:tblGrid>
                <a:gridCol w="914400"/>
                <a:gridCol w="1371600"/>
                <a:gridCol w="1371600"/>
                <a:gridCol w="137160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gpt-oss-120b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kimi-k2.5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minimax-m2.5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Q314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89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1325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Model Scores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577840" y="1783080"/>
            <a:ext cx="3291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669280" y="18562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🥇 gpt-oss-120b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669280" y="21945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LCB: 76.5%   AA-LCR: 48.0%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577840" y="2743200"/>
            <a:ext cx="3291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669280" y="28163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🥈 kimi-k2.5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69280" y="31546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LCB: 62.9%   AA-LCR: 66.0%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77840" y="3703320"/>
            <a:ext cx="32918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669280" y="37764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🥉 minimax-m2.5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669280" y="4114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LCB: 61.9%   AA-LCR: 64.0%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used: Reviews folder only (not predictions)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— The Core Idea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questions actually help rank models?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2834640" cy="3200400"/>
          </a:xfrm>
          <a:prstGeom prst="rect">
            <a:avLst/>
          </a:prstGeom>
          <a:solidFill>
            <a:srgbClr val="1A0A0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Useless — All Pass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1, 1]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2880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got it right. Tells you nothing about which model is better.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2286000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931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= 0.0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7832" y="1645920"/>
            <a:ext cx="2834640" cy="3200400"/>
          </a:xfrm>
          <a:prstGeom prst="rect">
            <a:avLst/>
          </a:prstGeom>
          <a:solidFill>
            <a:srgbClr val="1A0A0A"/>
          </a:solidFill>
          <a:ln w="19050">
            <a:solidFill>
              <a:srgbClr val="C628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Useless — All Fail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19272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0, 0]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19272" y="2880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failed. Still tells you nothing about ranking.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502152" y="3886200"/>
            <a:ext cx="2286000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3931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= 0.0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1645920"/>
            <a:ext cx="2834640" cy="3200400"/>
          </a:xfrm>
          <a:prstGeom prst="rect">
            <a:avLst/>
          </a:prstGeom>
          <a:solidFill>
            <a:srgbClr val="0A1A0A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72784" y="17373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Useful — Models Disagree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72784" y="22860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0, 0]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272784" y="28803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passed, weaker ones failed. Perfectly aligns with ability ranking.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55664" y="3886200"/>
            <a:ext cx="2286000" cy="3657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39319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= 0.998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LCB data: 204 of 315 questions have zero discrimination — 65% of the benchmark is noise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CALCULATION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discrimination is computed — Question 5 (rank #1)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4475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44475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for Q5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gpt=1  kimi=0  minimax=0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27832" y="1371600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19272" y="141732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44475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822192" y="144475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9272" y="1874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gpt=0.765  kimi=0.629  minimax=0.619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1344" y="1371600"/>
            <a:ext cx="283464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2784" y="1417320"/>
            <a:ext cx="411480" cy="4114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72784" y="144475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75704" y="1444752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72784" y="187452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|corr([1,0,0], [0.765,0.629,0.619])| = 0.998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136392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CC1"/>
                </a:solidFill>
              </a:rPr>
              <a:t>→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089904" y="182880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ACC1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274320" y="2971800"/>
            <a:ext cx="8595360" cy="1188720"/>
          </a:xfrm>
          <a:prstGeom prst="rect">
            <a:avLst/>
          </a:prstGeom>
          <a:solidFill>
            <a:srgbClr val="E8F5E9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063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Why this generalises to new models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340156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 existing models are used only as a measuring instrument to characterise question properties.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that discriminates well does so because it genuinely tests coding ability — not because a specific model happened to fail it.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unseen model with high ability should also pass high-discrimination questions.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315968"/>
            <a:ext cx="85953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Q5 scores 0.998 discrimination — rank #1 out of 315 questions — always keep this one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 questions → 93 questions, same model ranking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6576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LCB questions kept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315)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60020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338328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AA-LCR questions kept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(was 100)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256032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7373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6400800" y="25146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reduction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(415 → 93)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" y="33375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Preservation Validation (LCB)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274320" y="3657600"/>
          <a:ext cx="502920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3"/>
          <p:cNvSpPr/>
          <p:nvPr/>
        </p:nvSpPr>
        <p:spPr>
          <a:xfrm>
            <a:off x="5577840" y="3337560"/>
            <a:ext cx="3291840" cy="1600200"/>
          </a:xfrm>
          <a:prstGeom prst="rect">
            <a:avLst/>
          </a:prstGeom>
          <a:solidFill>
            <a:srgbClr val="132030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69280" y="34015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A8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AA-LCR Noise Note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669280" y="37490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AA-LCR uses an LLM judge which is non-deterministic. At 40% prune ratio the ranking breaks (0.5 correlation) but recovers at 50%.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minimum: 30%. We apply noise_weight=0.9.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EVALSCOPE INTEGRATION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proper extension — not a standalone script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234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Created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64208"/>
            <a:ext cx="4114800" cy="438912"/>
          </a:xfrm>
          <a:prstGeom prst="rect">
            <a:avLst/>
          </a:prstGeom>
          <a:solidFill>
            <a:srgbClr val="EB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19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pruning/base.py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97480" y="174650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blueprint for any pruner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2311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pruning/irt_pruner.py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2258568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discrimination logic (the math)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688336"/>
            <a:ext cx="4114800" cy="438912"/>
          </a:xfrm>
          <a:prstGeom prst="rect">
            <a:avLst/>
          </a:prstGeom>
          <a:solidFill>
            <a:srgbClr val="EB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lcb_pruned_adapter.py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97480" y="277063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live_code_bench_pruned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2552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aa_lcr_pruned_adapter.py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97480" y="3282696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aa_lcr_pruned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712464"/>
            <a:ext cx="4114800" cy="438912"/>
          </a:xfrm>
          <a:prstGeom prst="rect">
            <a:avLst/>
          </a:prstGeom>
          <a:solidFill>
            <a:srgbClr val="EBF5FB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673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data/lcb_score_matrix.npy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97480" y="37947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315×3 score matrix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4224528"/>
            <a:ext cx="41148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793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data/lcb_kept_indices.npy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97480" y="4306824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63 question indices to keep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63440" y="123444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1664208"/>
            <a:ext cx="420624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755648"/>
            <a:ext cx="4023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evalscope eval \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--model &lt;model_id&gt; \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--datasets </a:t>
            </a:r>
            <a:pPr indent="0" marL="0">
              <a:buNone/>
            </a:pPr>
            <a:r>
              <a:rPr lang="en-US" sz="1100" dirty="0">
                <a:solidFill>
                  <a:srgbClr val="F9A82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live_code_bench_pruned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--dataset-args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'{"prune_ratio": 0.2}'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657600"/>
            <a:ext cx="4206240" cy="1234440"/>
          </a:xfrm>
          <a:prstGeom prst="rect">
            <a:avLst/>
          </a:prstGeom>
          <a:solidFill>
            <a:srgbClr val="E8F5E9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7307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Auto-Discovery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0690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Evalscope scans for any file ending in _adapter.py and imports it automatically. No existing files modified. The @register_benchmark decorator does the rest.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C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function: sample_filter(sample) → return sample.index in self._kept_indices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36576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for Any New Model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10972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scenarios — both supported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4114800" cy="3200400"/>
          </a:xfrm>
          <a:prstGeom prst="rect">
            <a:avLst/>
          </a:prstGeom>
          <a:solidFill>
            <a:srgbClr val="0A1A0A"/>
          </a:solidFill>
          <a:ln w="1905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64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new model through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already-pruned questions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Already works — no changes needed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63 questions are selected.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model just answers them.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cost saving immediately.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main use case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600200"/>
            <a:ext cx="4114800" cy="3200400"/>
          </a:xfrm>
          <a:prstGeom prst="rect">
            <a:avLst/>
          </a:prstGeom>
          <a:solidFill>
            <a:srgbClr val="0A0A1A"/>
          </a:solidFill>
          <a:ln w="19050">
            <a:solidFill>
              <a:srgbClr val="00AC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6642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2011680"/>
            <a:ext cx="3840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Recalibrate using new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model's data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46320" y="274320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model to MODELS list
</a:t>
            </a:r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review JSONL file
</a:t>
            </a:r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analyze_evals.py
</a:t>
            </a:r>
            <a:pPr indent="0" marL="0">
              <a:buNone/>
            </a:pPr>
            <a:r>
              <a:rPr lang="en-US" sz="12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new .npy files to evalscope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42976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becomes 315×4 — better calibration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8288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FORWARD LOOKING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Probe Design (MMMU)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11430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customer adds multimodal needs next quarter, how do we cheaply test image encoder quality?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64792"/>
            <a:ext cx="384048" cy="38404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83080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764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for image-critical questions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057400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questions where the image IS the answer. Skip questions where text alone is sufficient. These won't surface encoder failures.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523744"/>
            <a:ext cx="384048" cy="38404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42032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25237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fine-grained visual understanding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816352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Prioritise: reading numbers from charts, identifying small objects, spatial reasoning (left/right/above), domain-specific images (X-rays, circuits, spectrograms).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282696"/>
            <a:ext cx="384048" cy="38404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300984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32826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visual type diversity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575304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charts, diagrams, photographs, medical images, microscopy. A probe set with only charts misses encoder failures on natural images.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041648"/>
            <a:ext cx="384048" cy="384048"/>
          </a:xfrm>
          <a:prstGeom prst="ellipse">
            <a:avLst/>
          </a:prstGeom>
          <a:solidFill>
            <a:srgbClr val="F9A825"/>
          </a:solidFill>
          <a:ln w="12700">
            <a:solidFill>
              <a:srgbClr val="F9A8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059936"/>
            <a:ext cx="38404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0416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diversity constraint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334256"/>
            <a:ext cx="8138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at least 2-3 questions per subject across all 30 MMMU subjects. Avoid subject-specific blind spots.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736592"/>
            <a:ext cx="85953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731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100-150 questions from 12,000 MMMU  |  ~1% of dataset  |  Written proposal only (no working code required)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-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matrices built from 6 review JSONL files — 315×3 for LCB, 100×3 for AA-LCR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286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-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33172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discrimination computed for every question using Pearson correlation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-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415 questions reduced to 93 (78%) with rank correlation = 1.0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291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-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Evalscope extension built — live_code_bench_pruned and aa_lcr_pruned registered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3794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-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384048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Precomputed .npy files bundled — anyone can install and run immediately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297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-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434340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written design — image-critical MMMU probe for encoder quality testing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32030"/>
          </a:solidFill>
          <a:ln w="6350">
            <a:solidFill>
              <a:srgbClr val="00AC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github.com/kovvurisupraj/ai-model-quality-challenge   |   github.com/kovvurisupraj/evalscope  (commit c14dbaf)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Cerebras Benchmark Compression — Task 2</dc:title>
  <dc:subject>PptxGenJS Presentation</dc:subject>
  <dc:creator>PptxGenJS</dc:creator>
  <cp:lastModifiedBy>PptxGenJS</cp:lastModifiedBy>
  <cp:revision>1</cp:revision>
  <dcterms:created xsi:type="dcterms:W3CDTF">2026-06-06T23:34:07Z</dcterms:created>
  <dcterms:modified xsi:type="dcterms:W3CDTF">2026-06-06T23:34:07Z</dcterms:modified>
</cp:coreProperties>
</file>